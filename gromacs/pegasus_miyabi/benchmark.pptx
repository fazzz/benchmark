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8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1A6A2E-BA65-0FD2-019C-930CE998E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8BD40E9-C04B-0431-DC23-2BC12C1CF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68FDDD-246E-E6F9-7CCC-301CAA3BE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44B69-9B79-AB40-8022-357FE9B139D2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B0F6AC-113B-6A5A-9E3E-91F335ADD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E87681-5E64-C80A-9952-036EBF948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84FE-7C5A-864B-A7F8-D38505BE52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28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67BCB2-ADBB-A780-96A2-02D90AEF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8B4B64-0E9E-C0AD-B930-47839D522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CF801F-8F2A-06A9-DE5F-E83A7A51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44B69-9B79-AB40-8022-357FE9B139D2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ED11F2-820D-4B57-ECE3-2D3085AF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42AA35-ACAF-EE4F-850D-3DD3A539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84FE-7C5A-864B-A7F8-D38505BE52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7809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E39018-9F88-7F49-0650-FD95AE500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0B0E05-3B4F-C7B7-7374-440F18595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76ABC3-E49D-BEF9-D12E-2153C3C19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44B69-9B79-AB40-8022-357FE9B139D2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460DF0-5C19-6097-92BC-44A5DDCD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499FD1-B592-1645-5EEC-22F1696C7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84FE-7C5A-864B-A7F8-D38505BE52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098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66C7D7-279D-702F-92B7-E4C7040A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11C14E-5A64-249D-632B-F7BBF21E1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F0A0CC-3D22-7B07-C749-6CDDC00D1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B8859A-FF61-D64E-6455-D1AB1D01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44B69-9B79-AB40-8022-357FE9B139D2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53E9C8-242E-B7B1-A923-9761E5B77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1D3A38-D125-8306-DAE9-9F6A090C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84FE-7C5A-864B-A7F8-D38505BE52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4072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7897CA-9D11-C658-0F00-DF3B7A506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30526F-25B7-D705-1B73-C4E253488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F045C55-02F0-D243-1A3A-7328A0B77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90F7EBD-AC07-41E1-FE03-8701F058E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BFC6EF-CFF6-2303-0A4E-7EEB99168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F27D8A1-EA79-6A82-40DC-BE1D8214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44B69-9B79-AB40-8022-357FE9B139D2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E470178-2F75-A714-7050-BD626119E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606BAF6-BFB4-AAF8-7788-2267E1DE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84FE-7C5A-864B-A7F8-D38505BE52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037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5E2545-D781-A852-CA9C-A23DFA2B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9E760E4-B6BD-E4E1-EE16-A8C11B3A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44B69-9B79-AB40-8022-357FE9B139D2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04C3FB4-AA83-ED2A-37C6-55B9492E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F4A0566-9557-6A3E-2033-BA0CDECF8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84FE-7C5A-864B-A7F8-D38505BE52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207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58306F4-AE89-D5CD-1A34-AE98FD97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44B69-9B79-AB40-8022-357FE9B139D2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D7E1BBE-3340-C923-41E0-70C5EC351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E5BCA5-F018-6DE1-BA2F-86D34E9B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84FE-7C5A-864B-A7F8-D38505BE52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061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53212F-DF1D-FC29-D713-C0A9E76BF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BA809A-FEBF-D239-BA72-BA1ED88F7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2CE217-B163-9501-4859-BC41C7898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7583C0-78D6-C295-EF8F-6A4792F67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44B69-9B79-AB40-8022-357FE9B139D2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28502F-23E0-9804-D923-6BBE64349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344715-32F8-24C2-60DB-BEE12C992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84FE-7C5A-864B-A7F8-D38505BE52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720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D8F361-0CE8-844C-6AB9-D3F6E2B9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7C37E76-A358-0FCC-2C10-FA36826A0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1ACFD3-31D7-7E6C-FA72-7D2F11DFB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373657-63A3-8A4A-B1A1-1746F218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44B69-9B79-AB40-8022-357FE9B139D2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5CE2D-3A4D-4444-B3DE-DDA0A0D3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898AD3-5639-815C-69AE-5B4AAF2E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84FE-7C5A-864B-A7F8-D38505BE52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861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C34E2D-DCB6-A05D-3726-ACAE168CE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B2DC92-96AA-E6F3-9B99-A972C983A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22132A-B463-047E-7021-E520CF02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44B69-9B79-AB40-8022-357FE9B139D2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98FA10-8CDB-9055-E684-8CF6412E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7BE7F9-80DB-D774-03EA-C0861EA4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84FE-7C5A-864B-A7F8-D38505BE52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953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51BE79E-2F93-B526-22FE-F6E3A9F744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B64DC-ED26-4CCC-3211-E44FBB9DA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4AAA9C-7EA1-4BCD-5771-4694ADF1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44B69-9B79-AB40-8022-357FE9B139D2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8364B6-5B5D-DB2F-878C-D8DAF577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21D4BC-1727-E4FD-1016-BF7123C1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84FE-7C5A-864B-A7F8-D38505BE52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692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E177671-E1A9-9274-915A-6A4D027B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C1CE3D-4899-E7F7-BFE6-019F25761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EB637E-B946-9663-0BFB-9C4A0BE2F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44B69-9B79-AB40-8022-357FE9B139D2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C82F8E-6CA9-0E60-494E-FAD1F3F5B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2F2E03-6A7B-85AF-E7E8-6BB9A8AB0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884FE-7C5A-864B-A7F8-D38505BE52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16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AFCE1F-F252-FE1C-0660-73BF9E2EE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723" y="5288095"/>
            <a:ext cx="3480412" cy="991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sz="1400" dirty="0"/>
              <a:t>lysozyme in water(35,984 atoms)/</a:t>
            </a:r>
          </a:p>
          <a:p>
            <a:pPr marL="0" indent="0">
              <a:buNone/>
            </a:pPr>
            <a:r>
              <a:rPr kumimoji="1" lang="en-US" altLang="ja-JP" sz="1400" dirty="0"/>
              <a:t>dt=2.0fs/</a:t>
            </a:r>
          </a:p>
          <a:p>
            <a:pPr marL="0" indent="0">
              <a:buNone/>
            </a:pPr>
            <a:r>
              <a:rPr kumimoji="1" lang="en-US" altLang="ja-JP" sz="1400" dirty="0"/>
              <a:t>hybrid </a:t>
            </a:r>
            <a:r>
              <a:rPr kumimoji="1" lang="ja-JP" altLang="en-US" sz="1400"/>
              <a:t>並列</a:t>
            </a:r>
            <a:r>
              <a:rPr kumimoji="1" lang="en-US" altLang="ja-JP" sz="1400" dirty="0"/>
              <a:t>(1node=48cpu)/</a:t>
            </a:r>
            <a:r>
              <a:rPr kumimoji="1" lang="en-US" altLang="ja-JP" sz="1400" dirty="0" err="1"/>
              <a:t>gpu</a:t>
            </a:r>
            <a:r>
              <a:rPr lang="en-US" altLang="ja-JP" sz="1400" dirty="0"/>
              <a:t>=CUDA</a:t>
            </a:r>
            <a:endParaRPr kumimoji="1" lang="ja-JP" altLang="en-US" sz="140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E7BF27C9-5890-D851-2FDD-4ED0402BAD4A}"/>
              </a:ext>
            </a:extLst>
          </p:cNvPr>
          <p:cNvSpPr txBox="1">
            <a:spLocks/>
          </p:cNvSpPr>
          <p:nvPr/>
        </p:nvSpPr>
        <p:spPr>
          <a:xfrm>
            <a:off x="6492609" y="5409280"/>
            <a:ext cx="3480412" cy="8593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1400" dirty="0" err="1"/>
              <a:t>protein+DNA</a:t>
            </a:r>
            <a:r>
              <a:rPr lang="en-US" altLang="ja-JP" sz="1400" dirty="0"/>
              <a:t> in water(274,917atoms)/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1400" dirty="0"/>
              <a:t>dt=2.0fs</a:t>
            </a:r>
            <a:r>
              <a:rPr kumimoji="1" lang="en-US" altLang="ja-JP" sz="1400" dirty="0"/>
              <a:t> /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ja-JP" sz="1400" dirty="0"/>
              <a:t>hybrid </a:t>
            </a:r>
            <a:r>
              <a:rPr kumimoji="1" lang="ja-JP" altLang="en-US" sz="1400"/>
              <a:t>並列</a:t>
            </a:r>
            <a:r>
              <a:rPr kumimoji="1" lang="en-US" altLang="ja-JP" sz="1400" dirty="0"/>
              <a:t>(1node=48cpu)/</a:t>
            </a:r>
            <a:r>
              <a:rPr kumimoji="1" lang="en-US" altLang="ja-JP" sz="1400" dirty="0" err="1"/>
              <a:t>gpu</a:t>
            </a:r>
            <a:r>
              <a:rPr lang="en-US" altLang="ja-JP" sz="1400" dirty="0"/>
              <a:t>=CUDA</a:t>
            </a:r>
            <a:endParaRPr lang="ja-JP" altLang="en-US" sz="140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E217F708-F3A5-A1FE-71C6-10C9575D2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591" y="950788"/>
            <a:ext cx="69088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1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43</Words>
  <Application>Microsoft Macintosh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山守　優</dc:creator>
  <cp:lastModifiedBy>山守　優</cp:lastModifiedBy>
  <cp:revision>2</cp:revision>
  <dcterms:created xsi:type="dcterms:W3CDTF">2025-04-22T07:00:50Z</dcterms:created>
  <dcterms:modified xsi:type="dcterms:W3CDTF">2025-04-22T08:10:31Z</dcterms:modified>
</cp:coreProperties>
</file>